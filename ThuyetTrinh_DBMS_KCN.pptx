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☣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CSDL KHÔNG GIAN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POSTGRESQL + POSTGIS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Bãi Rác — KCN Quang Hưng, Hải Phòng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77724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Lớp: CLC02  ·  DBMS_2025_2026  ·  GV: Nguyễn Trọng Khánh  ·  Buổi 1: 03/03/2025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920240" cy="868680"/>
          </a:xfrm>
          <a:prstGeom prst="rect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Bãi Rác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3977640"/>
            <a:ext cx="1920240" cy="868680"/>
          </a:xfrm>
          <a:prstGeom prst="rect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7480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97480" y="4434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Tòa Nhà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977640"/>
            <a:ext cx="1920240" cy="868680"/>
          </a:xfrm>
          <a:prstGeom prst="rect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4434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3977640"/>
            <a:ext cx="1920240" cy="868680"/>
          </a:xfrm>
          <a:prstGeom prst="rect">
            <a:avLst/>
          </a:prstGeom>
          <a:solidFill>
            <a:srgbClr val="1F4E79">
              <a:alpha val="7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95160" y="4434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MỤC TIÊU &amp; KẾT QUẢ CẦN ĐẠT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Tìm hiểu DBMS PostgreSQL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Tạo CSDL không gian PostGIS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Chạy truy vấn tạo không gian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Dựng ứng dụng web hiển thị bản đồ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NỘP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1783080"/>
            <a:ext cx="3749040" cy="777240"/>
          </a:xfrm>
          <a:prstGeom prst="rect">
            <a:avLst/>
          </a:prstGeom>
          <a:solidFill>
            <a:srgbClr val="EBF3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7830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8562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1 (03/03): Báo cáo cài đặt + import dữ liệu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92040" y="2743200"/>
            <a:ext cx="3749040" cy="777240"/>
          </a:xfrm>
          <a:prstGeom prst="rect">
            <a:avLst/>
          </a:prstGeom>
          <a:solidFill>
            <a:srgbClr val="EBF3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7432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281635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2: Demo DB + bản đồ web visualize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3703320"/>
            <a:ext cx="3749040" cy="777240"/>
          </a:xfrm>
          <a:prstGeom prst="rect">
            <a:avLst/>
          </a:prstGeom>
          <a:solidFill>
            <a:srgbClr val="EBF3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7033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🐙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0" y="377647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2: Link GitHub chứa source code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4389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Buổi 1 nộp HÔM NAY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 POSTGRESQL + POSTGIS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quan hệ-đối tượng mã nguồn mở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ACID đầy đủ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Hỗ trợ JSON, XML, Array, Geometry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Extension: PostGIS, uuid-ossp...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Stored procedure, trigger, view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Miễn phí, cộng đồng lớn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3.4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GIS cho PostgreSQL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Kiểu dữ liệu: Point, Line, Polygon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SRID: WGS84, VN-2000, UTM...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300+ hàm: ST_Distance, ST_Buffer...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Chỉ mục GiST cho query nhanh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Tích hợp QGIS, Leaflet, GeoServer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07408" y="2560320"/>
            <a:ext cx="329184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2560320"/>
            <a:ext cx="329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+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CÀI ĐẶT MÔI TRƯỜNG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94360" cy="169164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12801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Tải PostgreSQL 15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664208"/>
            <a:ext cx="3337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postgresql.org/download → chọn Windows installer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Chạy .exe với quyền Admin, port 5432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14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594360" cy="1691640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4300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67528" y="12801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PostGIS 3.4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67528" y="1664208"/>
            <a:ext cx="3337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Dùng Stack Builder (đi kèm PostgreSQL)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Chọn Spatial Extensions → PostGIS Bundle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14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63240"/>
            <a:ext cx="594360" cy="1691640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6324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32004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Database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584448"/>
            <a:ext cx="3337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quangHungGIS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ENCODING = 'UTF8';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EXTENSION postgis;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114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63240"/>
            <a:ext cx="594360" cy="169164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6324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67528" y="32004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pgAdmin 4 + QGIS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67528" y="3584448"/>
            <a:ext cx="3337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pgAdmin: giao diện web quản lý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QGIS (tùy chọn): xem shapefile trực quan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TẠO BẢNG DỮ LIỆU KHÔNG GIAN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005840"/>
                <a:gridCol w="1005840"/>
                <a:gridCol w="2834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Geometry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dòng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tả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garbage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Bãi rác công nghiệp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Tòa nhà (CN + dân cư)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LineString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Đường giao thông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kcn_bounds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Ranh giới toàn KCN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246120"/>
            <a:ext cx="85953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291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Ví dụ tạo bảng garbage: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58444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garbage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SERIAL PRIMARY KEY,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ten   VARCHAR(200),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  GEOMETRY(Point, 4326) NOT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idx_garbage ON garbage USING GIST (geom);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IMPORT SHAPEFILE → POSTGRESQL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155448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1430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Garbage.zip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(Shapefile)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55648" y="1417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47672" y="1143000"/>
            <a:ext cx="1554480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47672" y="11430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nén .shp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.prj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712464" y="1143000"/>
            <a:ext cx="1554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2464" y="11430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shp2pgsql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 3405:4326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85232" y="1417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77256" y="1143000"/>
            <a:ext cx="1554480" cy="9601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77256" y="11430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quangHungGIS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50024" y="14173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42048" y="1143000"/>
            <a:ext cx="1554480" cy="9601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2048" y="11430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Dữ liệu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WGS84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8595360" cy="502920"/>
          </a:xfrm>
          <a:prstGeom prst="rect">
            <a:avLst/>
          </a:prstGeom>
          <a:solidFill>
            <a:srgbClr val="EBF3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📂 garbadge.shp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286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rows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Bãi rác — VN2000→WGS84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89864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986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📂 building.shp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51760" y="28986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77640" y="289864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 rows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2898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Tòa nhà Industrial &amp; Residential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511296"/>
            <a:ext cx="8595360" cy="502920"/>
          </a:xfrm>
          <a:prstGeom prst="rect">
            <a:avLst/>
          </a:prstGeom>
          <a:solidFill>
            <a:srgbClr val="EBF3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112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📂 road.shp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51760" y="35112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LineString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77640" y="351129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rows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35112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Đường, thuộc tính: nbLanes=2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123944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1239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📂 bounds.shp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651760" y="412394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77640" y="41239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37760" y="41239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Ranh giới KCN ~0.75 km²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4709160"/>
            <a:ext cx="8595360" cy="3383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shp2pgsql  -I  -s 3405:4326  -W UTF-8  garbadge.shp  public.garbage  |  psql -U postgres -d quangHungGIS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TRUY VẤN KHÔNG GIAN (PostGIS)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548640" cy="1097280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0392" y="12344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ST_Distance()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16184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khoảng cách từ bãi rác đến tòa nhà gần nhất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548640" cy="1097280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430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30952" y="12344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ST_Buffer()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0952" y="16184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đệm 50m / 100m / 200m quanh mỗi bãi rác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404872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404872"/>
            <a:ext cx="548640" cy="1097280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404872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" y="249631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ST_Intersects()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2880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tòa nhà nằm trong vùng đệm bãi rác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404872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04872"/>
            <a:ext cx="548640" cy="109728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404872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30952" y="249631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ST_Within()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30952" y="2880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nằm hoàn toàn trong ranh giới KCN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666744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666744"/>
            <a:ext cx="548640" cy="109728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666744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0392" y="37581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ST_DWithin()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0392" y="414223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đường trong bán kính 30m, dùng GiST index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3666744"/>
            <a:ext cx="4251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66744"/>
            <a:ext cx="548640" cy="1097280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666744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🔷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30952" y="375818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ST_ConvexHull()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30952" y="4142232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 lồi của toàn bộ 11 điểm bãi rác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ỨNG DỤNG WEB VISUALIZE BẢN ĐỒ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8404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solidFill>
            <a:srgbClr val="1A2A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79576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179576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179576"/>
            <a:ext cx="164592" cy="1645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1155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☣  HAZARD MAP — KCN QUANG HƯNG  |  PostgreSQL 15 · PostGIS 3.4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C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🔥  11 bãi rác với animation pulse rings + toxic particles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🚗  110 xe lưu thông theo geometry đường thực tế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C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🔍  6 Spatial Query: ST_Buffer, ST_Intersects, ST_ConvexHull...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 Sensor panel: không khí, nước, đất, âm thanh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C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🌍  4 basemap: OSM / Vệ tinh / Dark / Địa hình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💾  Dữ liệu thực từ Shapefile — EPSG:4326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1A2A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PostgreSQL  ·  PostGIS  ·  Leaflet.js  ·  HTML5 Canvas  ·  Shapefile  ·  EPSG:4326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KẾT QUẢ BUỔI 1  &amp;  KẾ HOẠCH BUỔI 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BUỔI 1 — ĐÃ XONG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Cài PostgreSQL 15 + PostGIS 3.4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Tạo database quangHungGIS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36829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Tạo 4 bảng + GIST index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Import garbadge.shp (11 điểm)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0449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Import building.shp (174 tòa nhà)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Import road.shp (110 đoạn)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37216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Import bounds.shp (ranh giới KCN)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05993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Chuyển VN-2000 → WGS84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43982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Viết báo cáo Word đầy đủ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1148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43000"/>
            <a:ext cx="41148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143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BUỔI 2 — KẾ HOẠCH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Chạy 6 spatial queries (demo live)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1122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ST_Buffer vùng đệm 50m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25328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ST_Intersects giao vùng đệm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9204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ST_ConvexHull bao lồi bãi rác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92040" y="33741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Demo web app bản đồ tương tác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9204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Giải thích code HTML + Leaflet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92040" y="42153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Nộp link GitHub chứa source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92040" y="4636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Q&amp;A với giảng viên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SCRIPT THUYẾT TRÌNH — NÓI GÌ MỖI SLIDE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457200"/>
          </a:xfrm>
          <a:prstGeom prst="rect">
            <a:avLst/>
          </a:prstGeom>
          <a:solidFill>
            <a:srgbClr val="0D2218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0332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"Chào thầy, nhóm em báo cáo bài tập DBMS — xây dựng CSDL không gian cho bản đồ KCN Quang Hưng Hải Phòng bằng PostgreSQL và PostGIS."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95044"/>
            <a:ext cx="8595360" cy="457200"/>
          </a:xfrm>
          <a:prstGeom prst="rect">
            <a:avLst/>
          </a:prstGeom>
          <a:solidFill>
            <a:srgbClr val="091A14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407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54076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"Đề bài yêu cầu 2 buổi: buổi 1 hôm nay em trình bày phần cài đặt và import dữ liệu. Buổi 2 sẽ demo truy vấn và web app."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02536"/>
            <a:ext cx="8595360" cy="457200"/>
          </a:xfrm>
          <a:prstGeom prst="rect">
            <a:avLst/>
          </a:prstGeom>
          <a:solidFill>
            <a:srgbClr val="0D2218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4825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04825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"PostgreSQL là DBMS mã nguồn mở mạnh nhất hiện nay. PostGIS là extension GIS, cho phép lưu geometry và dùng 300+ hàm không gian."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10028"/>
            <a:ext cx="8595360" cy="457200"/>
          </a:xfrm>
          <a:prstGeom prst="rect">
            <a:avLst/>
          </a:prstGeom>
          <a:solidFill>
            <a:srgbClr val="091A14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557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55574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"Cài PostgreSQL 15 từ trang chủ, dùng Stack Builder cài thêm PostGIS. Port 5432, encoding UTF-8 hỗ trợ tiếng Việt."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595360" cy="457200"/>
          </a:xfrm>
          <a:prstGeom prst="rect">
            <a:avLst/>
          </a:prstGeom>
          <a:solidFill>
            <a:srgbClr val="0D2218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632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0632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"Em tạo 4 bảng: garbage, buildings, roads, kcn_bounds. Mỗi bảng có cột geometry kiểu tương ứng, SRID 4326, có GIST index để query nhanh."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25012"/>
            <a:ext cx="8595360" cy="457200"/>
          </a:xfrm>
          <a:prstGeom prst="rect">
            <a:avLst/>
          </a:prstGeom>
          <a:solidFill>
            <a:srgbClr val="091A14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707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5707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"Import shapefile dùng lệnh shp2pgsql với tham số -s 3405:4326 để chuyển từ VN-2000 sang WGS84. Kết quả: 11+174+110+1 dòng."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32504"/>
            <a:ext cx="8595360" cy="457200"/>
          </a:xfrm>
          <a:prstGeom prst="rect">
            <a:avLst/>
          </a:prstGeom>
          <a:solidFill>
            <a:srgbClr val="0D2218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782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40782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"Đây là 6 truy vấn không gian chính. Buổi 2 em sẽ demo live từng cái trên database thật và trên web map."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539996"/>
            <a:ext cx="8595360" cy="457200"/>
          </a:xfrm>
          <a:prstGeom prst="rect">
            <a:avLst/>
          </a:prstGeom>
          <a:solidFill>
            <a:srgbClr val="091A14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8571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5857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"Em đã dựng web app hiển thị bản đồ với Leaflet, dữ liệu lấy từ shapefile. Có animation particle, xe chạy theo đường thực tế, 6 spatial query."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2026-03-13T12:04:10Z</dcterms:created>
  <dcterms:modified xsi:type="dcterms:W3CDTF">2026-03-13T12:04:10Z</dcterms:modified>
</cp:coreProperties>
</file>